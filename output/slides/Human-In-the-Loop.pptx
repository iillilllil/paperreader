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Attention Is All You Need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Ashish Vaswani, Noam Shazeer, Niki Parmar et al.</a:t>
            </a:r>
          </a:p>
          <a:p>
            <a:r>
              <a:t>NeurIPS | 2017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</a:defRPr>
            </a:pPr>
            <a:r>
              <a:t>背景与动机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Sequence-to-sequence tasks are crucial for many applications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Current RNN and CNN approaches have parallelization limitations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Long-range dependencies are difficult to model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Training takes significant time and computation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</a:defRPr>
            </a:pPr>
            <a:r>
              <a:t>现有问题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Recurrent models prevent parallelization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Sequential nature leads to slow training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Difficulty capturing long-range dependencies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</a:defRPr>
            </a:pPr>
            <a:r>
              <a:t>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谢谢！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